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264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24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15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806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30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72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51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28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30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96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089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3849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091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416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544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289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5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504B4-8CA0-4E50-BFBB-D2743AC6659D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76933-EF9F-4360-868E-C52C55AE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438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F417C-C650-4F4A-1364-13CF22B1C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233266"/>
            <a:ext cx="9001462" cy="811763"/>
          </a:xfrm>
        </p:spPr>
        <p:txBody>
          <a:bodyPr/>
          <a:lstStyle/>
          <a:p>
            <a:r>
              <a:rPr lang="en-US" dirty="0"/>
              <a:t>Go pro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9F1A2-6FA7-123B-BBED-B20FCFC4C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624" y="1315616"/>
            <a:ext cx="9001462" cy="49358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Tanmay Singh Bangari</a:t>
            </a:r>
          </a:p>
          <a:p>
            <a:r>
              <a:rPr lang="en-US" dirty="0"/>
              <a:t>Nihal Jamal</a:t>
            </a:r>
          </a:p>
          <a:p>
            <a:pPr>
              <a:lnSpc>
                <a:spcPct val="160000"/>
              </a:lnSpc>
            </a:pPr>
            <a:r>
              <a:rPr lang="en-US" dirty="0"/>
              <a:t>Course: Master of Computer Applications</a:t>
            </a:r>
          </a:p>
          <a:p>
            <a:r>
              <a:rPr lang="en-IN" dirty="0"/>
              <a:t>Guide</a:t>
            </a:r>
          </a:p>
          <a:p>
            <a:r>
              <a:rPr lang="en-IN" dirty="0"/>
              <a:t>Mrs. Devika Singh</a:t>
            </a:r>
          </a:p>
          <a:p>
            <a:r>
              <a:rPr lang="en-IN" dirty="0"/>
              <a:t>Assistant Professor</a:t>
            </a:r>
          </a:p>
          <a:p>
            <a:endParaRPr lang="en-IN" dirty="0"/>
          </a:p>
          <a:p>
            <a:r>
              <a:rPr lang="en-IN" dirty="0"/>
              <a:t>Babu Banarasi Das University, Lucknow</a:t>
            </a:r>
          </a:p>
          <a:p>
            <a:r>
              <a:rPr lang="en-IN" dirty="0"/>
              <a:t>Academic Session 2025-2026</a:t>
            </a:r>
          </a:p>
        </p:txBody>
      </p:sp>
    </p:spTree>
    <p:extLst>
      <p:ext uri="{BB962C8B-B14F-4D97-AF65-F5344CB8AC3E}">
        <p14:creationId xmlns:p14="http://schemas.microsoft.com/office/powerpoint/2010/main" val="1341623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747B-10D8-9AFC-BE16-A754BE35A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78974"/>
            <a:ext cx="10353761" cy="1041918"/>
          </a:xfrm>
        </p:spPr>
        <p:txBody>
          <a:bodyPr>
            <a:normAutofit/>
          </a:bodyPr>
          <a:lstStyle/>
          <a:p>
            <a:r>
              <a:rPr lang="en-US" sz="4000" dirty="0"/>
              <a:t>introduction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8DA24-FC40-8805-C8C3-506AF2CBE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887572"/>
            <a:ext cx="10353762" cy="42706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/>
              <a:t>Go Pro is a comprehensive ride-hailing application built in Java, featuring a complete ecosystem for connection riders with drivers. It provides a seamless experience for booking rides, processing payments, tracking locations, and managing user accounts- all with a modern GUI interface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2036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F2D52-003D-93D9-6403-C8536AFE1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13211"/>
            <a:ext cx="10353761" cy="1326321"/>
          </a:xfrm>
        </p:spPr>
        <p:txBody>
          <a:bodyPr/>
          <a:lstStyle/>
          <a:p>
            <a:r>
              <a:rPr lang="en-US" dirty="0"/>
              <a:t>Challenges and proposed Solutions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EB30C-9E44-0A9D-29A0-FC99AE114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60041"/>
            <a:ext cx="10353762" cy="51799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Though the Go Pro platform considers and demonstrates a comprehensive and wide range of system functionalities, it has several limitations:</a:t>
            </a:r>
          </a:p>
          <a:p>
            <a:pPr marL="0" indent="0">
              <a:buNone/>
            </a:pPr>
            <a:r>
              <a:rPr lang="en-US" dirty="0"/>
              <a:t> Simulated real-time GPS tracking without connecting to actual maps </a:t>
            </a:r>
          </a:p>
          <a:p>
            <a:pPr marL="0" indent="0">
              <a:buNone/>
            </a:pPr>
            <a:r>
              <a:rPr lang="en-US" dirty="0"/>
              <a:t> Simulated payment processing using real payment gateways </a:t>
            </a:r>
          </a:p>
          <a:p>
            <a:pPr marL="0" indent="0">
              <a:buNone/>
            </a:pPr>
            <a:r>
              <a:rPr lang="en-US" dirty="0"/>
              <a:t> Lack of a cloud computing infrastructure platform </a:t>
            </a:r>
          </a:p>
          <a:p>
            <a:pPr marL="0" indent="0">
              <a:buNone/>
            </a:pPr>
            <a:r>
              <a:rPr lang="en-US" dirty="0"/>
              <a:t> System cannot scale beyond the local machine system </a:t>
            </a:r>
          </a:p>
          <a:p>
            <a:pPr marL="0" indent="0">
              <a:buNone/>
            </a:pPr>
            <a:r>
              <a:rPr lang="en-US" dirty="0"/>
              <a:t>	These challenges can be overcome by:</a:t>
            </a:r>
          </a:p>
          <a:p>
            <a:pPr marL="0" indent="0">
              <a:buNone/>
            </a:pPr>
            <a:r>
              <a:rPr lang="en-US" dirty="0"/>
              <a:t> Web-based rental monitoring system</a:t>
            </a:r>
          </a:p>
          <a:p>
            <a:pPr marL="0" indent="0">
              <a:buNone/>
            </a:pPr>
            <a:r>
              <a:rPr lang="en-US" dirty="0"/>
              <a:t> Role-based access to the 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1981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A92B-84A1-6BC2-6186-63816CFC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60293"/>
            <a:ext cx="10353761" cy="1326321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EAADA-793C-A69A-8161-7221BD9F1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86614"/>
            <a:ext cx="10353762" cy="4526804"/>
          </a:xfrm>
        </p:spPr>
        <p:txBody>
          <a:bodyPr>
            <a:normAutofit/>
          </a:bodyPr>
          <a:lstStyle/>
          <a:p>
            <a:r>
              <a:rPr lang="en-US" sz="2800" dirty="0"/>
              <a:t>Manual Booking &amp; billing Process</a:t>
            </a:r>
          </a:p>
          <a:p>
            <a:r>
              <a:rPr lang="en-US" sz="2800" dirty="0"/>
              <a:t>No Real-time vehicle tracking</a:t>
            </a:r>
          </a:p>
          <a:p>
            <a:r>
              <a:rPr lang="en-US" sz="2800" dirty="0"/>
              <a:t>Booking conflicts &amp; data errors</a:t>
            </a:r>
          </a:p>
          <a:p>
            <a:r>
              <a:rPr lang="en-IN" sz="2800" dirty="0"/>
              <a:t>Poor fleet monitoring</a:t>
            </a:r>
          </a:p>
          <a:p>
            <a:r>
              <a:rPr lang="en-IN" sz="2800" dirty="0"/>
              <a:t>Limited customer transparency</a:t>
            </a:r>
          </a:p>
        </p:txBody>
      </p:sp>
    </p:spTree>
    <p:extLst>
      <p:ext uri="{BB962C8B-B14F-4D97-AF65-F5344CB8AC3E}">
        <p14:creationId xmlns:p14="http://schemas.microsoft.com/office/powerpoint/2010/main" val="82686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68A3-F51F-3A57-1C57-D4F9ABC8E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13211"/>
            <a:ext cx="10353761" cy="1326321"/>
          </a:xfrm>
        </p:spPr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93000-056D-01FE-0084-BD1C92F11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To automate rental vehicle operations</a:t>
            </a:r>
          </a:p>
          <a:p>
            <a:r>
              <a:rPr lang="en-US" sz="2800" dirty="0"/>
              <a:t>Real- time vehicle availability</a:t>
            </a:r>
          </a:p>
          <a:p>
            <a:r>
              <a:rPr lang="en-US" sz="2800" dirty="0"/>
              <a:t>Centralized management system</a:t>
            </a:r>
          </a:p>
          <a:p>
            <a:r>
              <a:rPr lang="en-US" sz="2800" dirty="0"/>
              <a:t>Generate rental &amp; revenue reports</a:t>
            </a:r>
          </a:p>
          <a:p>
            <a:r>
              <a:rPr lang="en-US" sz="2800" dirty="0"/>
              <a:t>Secure role-based authentication</a:t>
            </a:r>
          </a:p>
          <a:p>
            <a:r>
              <a:rPr lang="en-US" sz="2800" dirty="0"/>
              <a:t>Improve operational efficiency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6923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C473-E297-6CCB-D8B9-B13459925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34" y="175115"/>
            <a:ext cx="10353761" cy="1326321"/>
          </a:xfrm>
        </p:spPr>
        <p:txBody>
          <a:bodyPr/>
          <a:lstStyle/>
          <a:p>
            <a:r>
              <a:rPr lang="en-US" dirty="0"/>
              <a:t>Scope of project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0B8C0A-255F-831A-CD83-87D2029F0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5662" y="1372297"/>
            <a:ext cx="9110204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31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5F26E-CDEA-3964-38A9-C15281BA9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56902"/>
            <a:ext cx="10353761" cy="1326321"/>
          </a:xfrm>
        </p:spPr>
        <p:txBody>
          <a:bodyPr/>
          <a:lstStyle/>
          <a:p>
            <a:r>
              <a:rPr lang="en-US" dirty="0"/>
              <a:t>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3B481-8846-B8B3-9E65-898640178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83223"/>
            <a:ext cx="10353762" cy="4647760"/>
          </a:xfrm>
        </p:spPr>
        <p:txBody>
          <a:bodyPr numCol="1">
            <a:normAutofit/>
          </a:bodyPr>
          <a:lstStyle/>
          <a:p>
            <a:r>
              <a:rPr lang="en-US" sz="3200" dirty="0"/>
              <a:t>Full-stack web application</a:t>
            </a:r>
          </a:p>
          <a:p>
            <a:r>
              <a:rPr lang="en-US" sz="3200" dirty="0"/>
              <a:t>MVC architecture implementation</a:t>
            </a:r>
          </a:p>
          <a:p>
            <a:r>
              <a:rPr lang="en-US" sz="3200" dirty="0"/>
              <a:t>Automated booking &amp; billing</a:t>
            </a:r>
          </a:p>
          <a:p>
            <a:r>
              <a:rPr lang="en-US" sz="3200" dirty="0"/>
              <a:t>Role-based dashboards</a:t>
            </a:r>
          </a:p>
          <a:p>
            <a:r>
              <a:rPr lang="en-US" sz="3200" dirty="0"/>
              <a:t>Secure authentication system</a:t>
            </a:r>
          </a:p>
          <a:p>
            <a:r>
              <a:rPr lang="en-US" sz="3200" dirty="0"/>
              <a:t>Real –time monitoring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7518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21813-D450-2903-A681-68C7E504F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101" y="0"/>
            <a:ext cx="10353761" cy="1119673"/>
          </a:xfrm>
        </p:spPr>
        <p:txBody>
          <a:bodyPr/>
          <a:lstStyle/>
          <a:p>
            <a:r>
              <a:rPr lang="en-US" dirty="0" err="1"/>
              <a:t>Dfd</a:t>
            </a:r>
            <a:r>
              <a:rPr lang="en-US" dirty="0"/>
              <a:t> level 0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D08B38-26D6-00A2-3A89-CE6E0EE01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8482" y="1129004"/>
            <a:ext cx="4470997" cy="50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38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C5D3-AC6F-ACEA-CCB4-1ED76194A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0"/>
            <a:ext cx="10353761" cy="1326321"/>
          </a:xfrm>
        </p:spPr>
        <p:txBody>
          <a:bodyPr/>
          <a:lstStyle/>
          <a:p>
            <a:r>
              <a:rPr lang="en-US" dirty="0" err="1"/>
              <a:t>Dfd</a:t>
            </a:r>
            <a:r>
              <a:rPr lang="en-US" dirty="0"/>
              <a:t> level 1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35B0E8-B169-E8C6-911E-CC03D77D1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3107" y="1078463"/>
            <a:ext cx="4356258" cy="5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85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7FE03-1960-9CB1-4297-BAA83E3EC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124408"/>
            <a:ext cx="10353761" cy="1326321"/>
          </a:xfrm>
        </p:spPr>
        <p:txBody>
          <a:bodyPr/>
          <a:lstStyle/>
          <a:p>
            <a:r>
              <a:rPr lang="en-US" dirty="0"/>
              <a:t>Feasibility study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F18175-1D44-0152-0577-87D2B2011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4445" y="1467000"/>
            <a:ext cx="8713581" cy="39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77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D388-84DB-183C-756D-6FCBD664D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9053"/>
            <a:ext cx="10353761" cy="1326321"/>
          </a:xfrm>
        </p:spPr>
        <p:txBody>
          <a:bodyPr/>
          <a:lstStyle/>
          <a:p>
            <a:r>
              <a:rPr lang="en-US" dirty="0"/>
              <a:t>Gantt chart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B08FBF-7363-FC04-5248-9FD8CC60F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839" y="1773000"/>
            <a:ext cx="10110319" cy="33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44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7BD86-9352-CFF8-F9D3-0D3AC45BB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28588"/>
            <a:ext cx="10353761" cy="1326321"/>
          </a:xfrm>
        </p:spPr>
        <p:txBody>
          <a:bodyPr/>
          <a:lstStyle/>
          <a:p>
            <a:r>
              <a:rPr lang="en-US" dirty="0"/>
              <a:t>Requirement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56807-0DA2-33C5-8202-14A54CBFF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581431"/>
            <a:ext cx="10353762" cy="453198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0A1AF09-9EA0-FBF0-33BF-A3CEE5263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4" y="1581432"/>
            <a:ext cx="10353762" cy="453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50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96D4-11FE-4087-0D1F-38669AE69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5036"/>
            <a:ext cx="10353761" cy="1326321"/>
          </a:xfrm>
        </p:spPr>
        <p:txBody>
          <a:bodyPr/>
          <a:lstStyle/>
          <a:p>
            <a:r>
              <a:rPr lang="en-US" dirty="0"/>
              <a:t>System design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831B7B-7A5B-5E1A-7D03-B280B68A6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1519" y="1623344"/>
            <a:ext cx="9144000" cy="414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4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93D9-7C9E-7E3B-50C9-2DA2F08E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3CCA1-F39D-590B-E45B-8A06157B8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0A624E5-1289-B0FB-31FA-074BDB529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13"/>
            <a:ext cx="12192000" cy="681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08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CEEA-651E-9331-B230-A08BD5F15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11758"/>
            <a:ext cx="10353761" cy="1326321"/>
          </a:xfrm>
        </p:spPr>
        <p:txBody>
          <a:bodyPr/>
          <a:lstStyle/>
          <a:p>
            <a:r>
              <a:rPr lang="en-US" dirty="0"/>
              <a:t>Proposed model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69128F-FE98-91BB-25DD-8F20ABD92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241" y="1683994"/>
            <a:ext cx="8276576" cy="36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53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F15D-454B-160A-8755-64A9CF9160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9086" y="227045"/>
            <a:ext cx="10353675" cy="1325563"/>
          </a:xfrm>
        </p:spPr>
        <p:txBody>
          <a:bodyPr/>
          <a:lstStyle/>
          <a:p>
            <a:r>
              <a:rPr lang="en-US" dirty="0"/>
              <a:t>Class diagram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D9948-31DA-9A33-B8DB-5431D81A4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334" y="1459302"/>
            <a:ext cx="3827178" cy="49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5D43-981B-4042-88B9-B40FEDCC3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71061"/>
            <a:ext cx="10353761" cy="1326321"/>
          </a:xfrm>
        </p:spPr>
        <p:txBody>
          <a:bodyPr/>
          <a:lstStyle/>
          <a:p>
            <a:r>
              <a:rPr lang="en-US" dirty="0"/>
              <a:t>Technology stack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CC249A-17CF-DF21-1C6D-AF344519B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711986"/>
            <a:ext cx="10353762" cy="3695136"/>
          </a:xfrm>
        </p:spPr>
        <p:txBody>
          <a:bodyPr/>
          <a:lstStyle/>
          <a:p>
            <a:r>
              <a:rPr lang="en-US" sz="3200" dirty="0"/>
              <a:t>Java: Core Language</a:t>
            </a:r>
          </a:p>
          <a:p>
            <a:r>
              <a:rPr lang="en-US" sz="3200" dirty="0"/>
              <a:t>Swing: GUI Framework</a:t>
            </a:r>
          </a:p>
          <a:p>
            <a:r>
              <a:rPr lang="en-US" sz="3200" dirty="0"/>
              <a:t>Collections: Data Structures Management</a:t>
            </a:r>
          </a:p>
          <a:p>
            <a:r>
              <a:rPr lang="en-US" sz="3200" dirty="0" err="1"/>
              <a:t>LocalDateTime</a:t>
            </a:r>
            <a:r>
              <a:rPr lang="en-US" sz="3200" dirty="0"/>
              <a:t>: Date/ Time Handling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351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D4C4C-5118-FFDB-E9C3-9E1ABA26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A37BC-893B-5234-D2BF-7AC629961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functional ride-hailing system has been developed </a:t>
            </a:r>
          </a:p>
          <a:p>
            <a:pPr marL="0" indent="0">
              <a:buNone/>
            </a:pPr>
            <a:r>
              <a:rPr lang="en-US" dirty="0"/>
              <a:t> Real-time ride booking and driver matching have been implemented </a:t>
            </a:r>
          </a:p>
          <a:p>
            <a:pPr marL="0" indent="0">
              <a:buNone/>
            </a:pPr>
            <a:r>
              <a:rPr lang="en-US" dirty="0"/>
              <a:t> Dynamic fare calculation has been successfully integrated </a:t>
            </a:r>
          </a:p>
          <a:p>
            <a:pPr marL="0" indent="0">
              <a:buNone/>
            </a:pPr>
            <a:r>
              <a:rPr lang="en-US" dirty="0"/>
              <a:t> Payment processing and wallet system are operational </a:t>
            </a:r>
          </a:p>
          <a:p>
            <a:pPr marL="0" indent="0">
              <a:buNone/>
            </a:pPr>
            <a:r>
              <a:rPr lang="en-US" dirty="0"/>
              <a:t> Safety features such as SOS emergency have been included </a:t>
            </a:r>
          </a:p>
          <a:p>
            <a:pPr marL="0" indent="0">
              <a:buNone/>
            </a:pPr>
            <a:r>
              <a:rPr lang="en-US" dirty="0"/>
              <a:t> The system follows a modular and scalable architecture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1683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1615B6-3040-2B65-00BC-E1822567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86612"/>
            <a:ext cx="10353761" cy="6298164"/>
          </a:xfrm>
        </p:spPr>
        <p:txBody>
          <a:bodyPr>
            <a:normAutofit/>
          </a:bodyPr>
          <a:lstStyle/>
          <a:p>
            <a:r>
              <a:rPr lang="en-GB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</a:t>
            </a:r>
            <a:br>
              <a:rPr lang="en-GB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GB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</a:t>
            </a:r>
            <a:br>
              <a:rPr lang="en-GB" sz="9600" b="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9788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752</TotalTime>
  <Words>322</Words>
  <Application>Microsoft Office PowerPoint</Application>
  <PresentationFormat>Widescreen</PresentationFormat>
  <Paragraphs>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Bookman Old Style</vt:lpstr>
      <vt:lpstr>Rockwell</vt:lpstr>
      <vt:lpstr>Damask</vt:lpstr>
      <vt:lpstr>Go pro</vt:lpstr>
      <vt:lpstr>introduction</vt:lpstr>
      <vt:lpstr>Challenges and proposed Solutions </vt:lpstr>
      <vt:lpstr>Problem Statement</vt:lpstr>
      <vt:lpstr>Objectives</vt:lpstr>
      <vt:lpstr>Scope of project</vt:lpstr>
      <vt:lpstr>Proposed system</vt:lpstr>
      <vt:lpstr>Dfd level 0</vt:lpstr>
      <vt:lpstr>Dfd level 1</vt:lpstr>
      <vt:lpstr>Feasibility study</vt:lpstr>
      <vt:lpstr>Gantt chart</vt:lpstr>
      <vt:lpstr>Requirement analysis</vt:lpstr>
      <vt:lpstr>System design</vt:lpstr>
      <vt:lpstr>PowerPoint Presentation</vt:lpstr>
      <vt:lpstr>Proposed model</vt:lpstr>
      <vt:lpstr>Class diagram</vt:lpstr>
      <vt:lpstr>Technology stack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Singh Bangari</dc:creator>
  <cp:lastModifiedBy>Tanmay Singh Bangari</cp:lastModifiedBy>
  <cp:revision>2</cp:revision>
  <dcterms:created xsi:type="dcterms:W3CDTF">2026-05-08T01:08:49Z</dcterms:created>
  <dcterms:modified xsi:type="dcterms:W3CDTF">2026-05-08T20:52:19Z</dcterms:modified>
</cp:coreProperties>
</file>